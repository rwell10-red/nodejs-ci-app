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Build a Node.js Application with GitHub Actions CI Pipeline,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Feature Branching, PR Reviews, and Testing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 —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Title:</a:t>
            </a:r>
            <a:r>
              <a:rPr/>
              <a:t> Building a Production-Ready Node.js Application</a:t>
            </a:r>
          </a:p>
          <a:p>
            <a:pPr lvl="0" indent="0" marL="0">
              <a:buNone/>
            </a:pPr>
            <a:r>
              <a:rPr b="1"/>
              <a:t>Objective:</a:t>
            </a:r>
            <a:r>
              <a:rPr/>
              <a:t> Build a simple, well-structured Node.js application that demonstrates professional software development practices used in real-world teams.</a:t>
            </a:r>
          </a:p>
          <a:p>
            <a:pPr lvl="0" indent="0" marL="0">
              <a:buNone/>
            </a:pPr>
            <a:r>
              <a:rPr b="1"/>
              <a:t>Four Core Pillars:</a:t>
            </a:r>
            <a:r>
              <a:rPr/>
              <a:t> - GitHub Actions CI Pipeline - Feature Branching Strategy - Pull Request Reviews - Automated Testing</a:t>
            </a:r>
          </a:p>
          <a:p>
            <a:pPr lvl="0" indent="0" marL="0">
              <a:buNone/>
            </a:pPr>
            <a:r>
              <a:rPr b="1"/>
              <a:t>Outcome:</a:t>
            </a:r>
            <a:r>
              <a:rPr/>
              <a:t> A fully working application hosted on GitHub with an automated pipeline that validates every code change before it reaches the main branch.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 — What We Built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Application</a:t>
            </a:r>
            <a:r>
              <a:rPr/>
              <a:t> - Node.js Task Manager - Add, complete, and delete tasks - Data persists in the browser via localStorage - Opens directly in any browser — no server required</a:t>
            </a:r>
          </a:p>
          <a:p>
            <a:pPr lvl="0" indent="0" marL="0">
              <a:buNone/>
            </a:pPr>
            <a:r>
              <a:rPr b="1"/>
              <a:t>Technology Stack</a:t>
            </a:r>
            <a:r>
              <a:rPr/>
              <a:t> - Runtime: Node.js v24 LTS - Testing: Jest (100% code coverage) - Linting: ESLint with Airbnb style guide - Formatting: Prettier - Version Control: Git + GitHub - CI/CD: GitHub Actions</a:t>
            </a:r>
          </a:p>
          <a:p>
            <a:pPr lvl="0" indent="0" marL="0">
              <a:buNone/>
            </a:pPr>
            <a:r>
              <a:rPr b="1"/>
              <a:t>Repository:</a:t>
            </a:r>
            <a:r>
              <a:rPr/>
              <a:t> github.com/rwell10-Red/nodejs-ci-app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 — 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nodejs-ci-app/
├── src/
│   ├── taskManager.js         Core application logic
│   └── __tests__/
│       └── taskManager.test.js  Automated tests
├── public/
│   └── index.html             Browser UI (no server needed)
├── .github/
│   ├── workflows/
│   │   ├── ci.yml             CI pipeline definition
│   │   └── release.yml        Release automation
│   ├── pull_request_template.md
│   └── ISSUE_TEMPLATE/
├── .eslintrc.js               Code style rules
├── jest.config.js             Test configuration
├── CONTRIBUTING.md            Team workflow guide
└── README.md                  Project documentation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 — GitHub Actions CI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it does:</a:t>
            </a:r>
            <a:r>
              <a:rPr/>
              <a:t> Automatically validates every code change pushed to GitHub.</a:t>
            </a:r>
          </a:p>
          <a:p>
            <a:pPr lvl="0" indent="0" marL="0">
              <a:buNone/>
            </a:pPr>
            <a:r>
              <a:rPr b="1"/>
              <a:t>Pipeline Flow:</a:t>
            </a:r>
            <a:r>
              <a:rPr/>
              <a:t> 1. Developer pushes code or opens a Pull Request 2. GitHub Actions triggers automatically 3. Step 1 — Lint: checks code style with ESLint 4. Step 2 — Test: runs Jest tests with coverage report 5. Pass or Fail result reported back to the PR</a:t>
            </a:r>
          </a:p>
          <a:p>
            <a:pPr lvl="0" indent="0" marL="0">
              <a:buNone/>
            </a:pPr>
            <a:r>
              <a:rPr b="1"/>
              <a:t>Key Features:</a:t>
            </a:r>
            <a:r>
              <a:rPr/>
              <a:t> - Runs on every push to main and develop branches - Runs on every Pull Request - Coverage report uploaded as a build artifact - Pipeline completes in under 60 seconds - Zero cost for public repositories</a:t>
            </a:r>
          </a:p>
          <a:p>
            <a:pPr lvl="0" indent="0" marL="0">
              <a:buNone/>
            </a:pPr>
            <a:r>
              <a:rPr b="1"/>
              <a:t>Result:</a:t>
            </a:r>
            <a:r>
              <a:rPr/>
              <a:t> Broken code cannot reach the main branch undetected.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 — Feature Branching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Branch Structure:</a:t>
            </a:r>
          </a:p>
          <a:p>
            <a:pPr lvl="0" indent="0">
              <a:buNone/>
            </a:pPr>
            <a:r>
              <a:rPr>
                <a:latin typeface="Courier"/>
              </a:rPr>
              <a:t>main          Production-ready code only
develop       Integration branch for completed features
feature/*     New features (branch from develop)
fix/*         Bug fixes (branch from develop)
hotfix/*      Urgent production fixes (branch from main)
release/*     Release preparation</a:t>
            </a:r>
          </a:p>
          <a:p>
            <a:pPr lvl="0" indent="0" marL="0">
              <a:buNone/>
            </a:pPr>
            <a:r>
              <a:rPr b="1"/>
              <a:t>Developer Workflow:</a:t>
            </a:r>
            <a:r>
              <a:rPr/>
              <a:t> 1. Create a branch from develop git checkout -b feature/your-feature-name 2. Write code and tests locally 3. Run lint and tests before pushing npm run lint &amp;&amp; npm test 4. Push branch and open a Pull Request 5. CI pipeline runs automatically 6. Team reviews the code 7. Merge after approval and green CI</a:t>
            </a:r>
          </a:p>
          <a:p>
            <a:pPr lvl="0" indent="0" marL="0">
              <a:buNone/>
            </a:pPr>
            <a:r>
              <a:rPr b="1"/>
              <a:t>Why it matters:</a:t>
            </a:r>
            <a:r>
              <a:rPr/>
              <a:t> No one works directly on main. Every change is isolated, reviewed, and validated before integration.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 — Pull Request Reviews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 Template (auto-populated on every PR):</a:t>
            </a:r>
          </a:p>
          <a:p>
            <a:pPr lvl="0"/>
            <a:r>
              <a:rPr/>
              <a:t>Description of what the PR does</a:t>
            </a:r>
          </a:p>
          <a:p>
            <a:pPr lvl="0"/>
            <a:r>
              <a:rPr/>
              <a:t>Type of change (feature, bug fix, refactor, docs)</a:t>
            </a:r>
          </a:p>
          <a:p>
            <a:pPr lvl="0"/>
            <a:r>
              <a:rPr/>
              <a:t>List of specific changes made</a:t>
            </a:r>
          </a:p>
          <a:p>
            <a:pPr lvl="0"/>
            <a:r>
              <a:rPr/>
              <a:t>Testing confirmation checklist</a:t>
            </a:r>
          </a:p>
          <a:p>
            <a:pPr lvl="0"/>
            <a:r>
              <a:rPr/>
              <a:t>Code quality checklist</a:t>
            </a:r>
          </a:p>
          <a:p>
            <a:pPr lvl="0" indent="0" marL="0">
              <a:buNone/>
            </a:pPr>
            <a:r>
              <a:rPr b="1"/>
              <a:t>Review Requirements:</a:t>
            </a:r>
            <a:r>
              <a:rPr/>
              <a:t> - At least 1 approval required before merge - CI pipeline must be green - Branch must be up to date with target branch</a:t>
            </a:r>
          </a:p>
          <a:p>
            <a:pPr lvl="0" indent="0" marL="0">
              <a:buNone/>
            </a:pPr>
            <a:r>
              <a:rPr b="1"/>
              <a:t>Issue Templates:</a:t>
            </a:r>
            <a:r>
              <a:rPr/>
              <a:t> - Bug Report template — structured reproduction steps - Feature Request template — motivation and proposed solution</a:t>
            </a:r>
          </a:p>
          <a:p>
            <a:pPr lvl="0" indent="0" marL="0">
              <a:buNone/>
            </a:pPr>
            <a:r>
              <a:rPr b="1"/>
              <a:t>Why it matters:</a:t>
            </a:r>
            <a:r>
              <a:rPr/>
              <a:t> Catches bugs before they ship. Shares knowledge across the team. Maintains consistent code quality standards.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 — Automated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Testing Framework:</a:t>
            </a:r>
            <a:r>
              <a:rPr/>
              <a:t> Jest</a:t>
            </a:r>
          </a:p>
          <a:p>
            <a:pPr lvl="0" indent="0" marL="0">
              <a:buNone/>
            </a:pPr>
            <a:r>
              <a:rPr b="1"/>
              <a:t>Test Results:</a:t>
            </a:r>
            <a:r>
              <a:rPr/>
              <a:t> - 11 tests passing - 100% code coverage (statements, branches, functions, lines) - Runs in under 1 second</a:t>
            </a:r>
          </a:p>
          <a:p>
            <a:pPr lvl="0" indent="0" marL="0">
              <a:buNone/>
            </a:pPr>
            <a:r>
              <a:rPr b="1"/>
              <a:t>What is tested:</a:t>
            </a:r>
            <a:r>
              <a:rPr/>
              <a:t> - Add a task — valid input, empty input, whitespace input - Complete a task — existing task, unknown ID - Delete a task — existing task, unknown ID - Get all tasks - Get pending tasks only - Get completed tasks only</a:t>
            </a:r>
          </a:p>
          <a:p>
            <a:pPr lvl="0" indent="0" marL="0">
              <a:buNone/>
            </a:pPr>
            <a:r>
              <a:rPr b="1"/>
              <a:t>Coverage Threshold:</a:t>
            </a:r>
            <a:r>
              <a:rPr/>
              <a:t> The pipeline enforces a minimum of 80% coverage. If coverage drops below 80%, the CI pipeline fails.</a:t>
            </a:r>
          </a:p>
          <a:p>
            <a:pPr lvl="0" indent="0" marL="0">
              <a:buNone/>
            </a:pPr>
            <a:r>
              <a:rPr b="1"/>
              <a:t>Why it matters:</a:t>
            </a:r>
            <a:r>
              <a:rPr/>
              <a:t> Tests prove the code works as expected. They catch regressions when new changes are made.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8 — Tools and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Development Tools:</a:t>
            </a:r>
            <a:r>
              <a:rPr/>
              <a:t> | Tool | Purpose | Cost | |——|———|——| | Node.js v24 LTS | JavaScript runtime | Free | | Git | Version control | Free | | GitHub | Code hosting + CI | Free (public repos) | | GitHub CLI (gh) | Terminal GitHub access | Free | | ESLint | Code linting | Free | | Jest | Automated testing | Free | | Prettier | Code formatting | Free | | Pandoc | Document conversion | Free | | Git Bash | Unix shell on Windows | Free |</a:t>
            </a:r>
          </a:p>
          <a:p>
            <a:pPr lvl="0" indent="0" marL="0">
              <a:buNone/>
            </a:pPr>
            <a:r>
              <a:rPr b="1"/>
              <a:t>Total Cost: $0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9 — CI Pipeline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Pipeline Runs:</a:t>
            </a:r>
            <a:r>
              <a:rPr/>
              <a:t> - Run 1: Failed — ESLint object formatting rule violation Fix: Expanded module.exports to multi-line format - Run 2: Passed — All checks green - Run 3: Passed — Simplified app, 100% coverage</a:t>
            </a:r>
          </a:p>
          <a:p>
            <a:pPr lvl="0" indent="0" marL="0">
              <a:buNone/>
            </a:pPr>
            <a:r>
              <a:rPr b="1"/>
              <a:t>Current Status:</a:t>
            </a:r>
            <a:r>
              <a:rPr/>
              <a:t> ✅ Passing</a:t>
            </a:r>
          </a:p>
          <a:p>
            <a:pPr lvl="0" indent="0" marL="0">
              <a:buNone/>
            </a:pPr>
            <a:r>
              <a:rPr b="1"/>
              <a:t>What triggers the pipeline:</a:t>
            </a:r>
            <a:r>
              <a:rPr/>
              <a:t> - Every push to main or develop - Every Pull Request to main or develop - Automatically — no manual action needed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10 — Key 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Environment Setup Challenges:</a:t>
            </a:r>
            <a:r>
              <a:rPr/>
              <a:t> - Node.js, Git, GitHub CLI, and Pandoc were installed but not on the system PATH - PowerShell execution policy blocked npm scripts by default - Solution: Set execution policy to RemoteSigned, manually added tools to PATH - Permanent fix: configured .bash_profile in Git Bash</a:t>
            </a:r>
          </a:p>
          <a:p>
            <a:pPr lvl="0" indent="0" marL="0">
              <a:buNone/>
            </a:pPr>
            <a:r>
              <a:rPr b="1"/>
              <a:t>CI Pipeline Lesson:</a:t>
            </a:r>
            <a:r>
              <a:rPr/>
              <a:t> - First push failed due to an ESLint rule (object-curly-newline) - The pipeline caught the issue before it could cause problems - This is exactly what CI is designed to do</a:t>
            </a:r>
          </a:p>
          <a:p>
            <a:pPr lvl="0" indent="0" marL="0">
              <a:buNone/>
            </a:pPr>
            <a:r>
              <a:rPr b="1"/>
              <a:t>Simplicity Lesson:</a:t>
            </a:r>
            <a:r>
              <a:rPr/>
              <a:t> - Started with a full Express REST API with database patterns - Simplified to a pure Node.js module with a static HTML frontend - Same CI/CD practices apply regardless of application complexity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11 — What This Demonstrates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project demonstrates the same practices used by professional software development teams at any scale:</a:t>
            </a:r>
          </a:p>
          <a:p>
            <a:pPr lvl="0" indent="0" marL="0">
              <a:buNone/>
            </a:pPr>
            <a:r>
              <a:rPr/>
              <a:t>✅ Automated quality gates — no broken code reaches main ✅ Team workflow — branching, reviews, and approvals ✅ Living documentation — README, CONTRIBUTING guide, PR templates ✅ Test-driven confidence — 100% coverage on core logic ✅ Zero infrastructure cost — entirely free toolchain ✅ Repeatable process — any project can follow this same pattern</a:t>
            </a:r>
          </a:p>
          <a:p>
            <a:pPr lvl="0" indent="0" marL="0">
              <a:buNone/>
            </a:pPr>
            <a:r>
              <a:rPr b="1"/>
              <a:t>This foundation scales:</a:t>
            </a:r>
            <a:r>
              <a:rPr/>
              <a:t> Add a database → same pipeline validates it Add authentication → same PR review process applies Add deployment → same CI workflow triggers it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12 —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Immediate (already documented):</a:t>
            </a:r>
            <a:r>
              <a:rPr/>
              <a:t> - Step 16: Set up branch protection rules on GitHub - Step 17: Walk through a full feature branch → PR → merge cycle - Step 18: Add a database (MongoDB or PostgreSQL) - Step 19: Add JWT authentication</a:t>
            </a:r>
          </a:p>
          <a:p>
            <a:pPr lvl="0" indent="0" marL="0">
              <a:buNone/>
            </a:pPr>
            <a:r>
              <a:rPr b="1"/>
              <a:t>Future:</a:t>
            </a:r>
            <a:r>
              <a:rPr/>
              <a:t> - Deploy to AWS using GitHub Actions + OIDC (no stored credentials) - Add Dependabot for automated dependency updates - Add a code coverage badge to the README - Set up staging and production environments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Prepared by: Andre Rockwell</a:t>
            </a:r>
            <a:r>
              <a:rPr/>
              <a:t> </a:t>
            </a:r>
            <a:r>
              <a:rPr i="1"/>
              <a:t>Repository: github.com/rwell10-Red/nodejs-ci-app</a:t>
            </a:r>
            <a:r>
              <a:rPr/>
              <a:t> </a:t>
            </a:r>
            <a:r>
              <a:rPr i="1"/>
              <a:t>Date: July 1, 2026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2026-07-06T13:32:38Z</dcterms:created>
  <dcterms:modified xsi:type="dcterms:W3CDTF">2026-07-06T13:32:38Z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